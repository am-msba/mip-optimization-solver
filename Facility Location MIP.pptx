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9"/>
  </p:notesMasterIdLst>
  <p:sldIdLst>
    <p:sldId id="264" r:id="rId2"/>
    <p:sldId id="257" r:id="rId3"/>
    <p:sldId id="258" r:id="rId4"/>
    <p:sldId id="262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4FD929-1645-476A-8CCA-04C839D7C420}" v="102" dt="2025-12-27T00:59:42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ad Mohamed" userId="fc0d4cc9c255807a" providerId="LiveId" clId="{435E08F0-A991-4EE5-92F1-1989317FDB0C}"/>
    <pc:docChg chg="undo custSel addSld delSld modSld sldOrd modMainMaster">
      <pc:chgData name="Ahad Mohamed" userId="fc0d4cc9c255807a" providerId="LiveId" clId="{435E08F0-A991-4EE5-92F1-1989317FDB0C}" dt="2025-12-27T01:00:32.950" v="936" actId="20577"/>
      <pc:docMkLst>
        <pc:docMk/>
      </pc:docMkLst>
      <pc:sldChg chg="addSp delSp modSp del mod setBg addAnim delAnim delDesignElem">
        <pc:chgData name="Ahad Mohamed" userId="fc0d4cc9c255807a" providerId="LiveId" clId="{435E08F0-A991-4EE5-92F1-1989317FDB0C}" dt="2025-12-27T01:00:08.695" v="932" actId="2696"/>
        <pc:sldMkLst>
          <pc:docMk/>
          <pc:sldMk cId="2056075619" sldId="256"/>
        </pc:sldMkLst>
        <pc:spChg chg="mod">
          <ac:chgData name="Ahad Mohamed" userId="fc0d4cc9c255807a" providerId="LiveId" clId="{435E08F0-A991-4EE5-92F1-1989317FDB0C}" dt="2025-12-27T00:59:39.300" v="912" actId="21"/>
          <ac:spMkLst>
            <pc:docMk/>
            <pc:sldMk cId="2056075619" sldId="256"/>
            <ac:spMk id="2" creationId="{A8390130-60E4-A2BB-F06B-95E00C4F5C88}"/>
          </ac:spMkLst>
        </pc:spChg>
        <pc:spChg chg="mod">
          <ac:chgData name="Ahad Mohamed" userId="fc0d4cc9c255807a" providerId="LiveId" clId="{435E08F0-A991-4EE5-92F1-1989317FDB0C}" dt="2025-12-16T04:14:04.807" v="553" actId="1076"/>
          <ac:spMkLst>
            <pc:docMk/>
            <pc:sldMk cId="2056075619" sldId="256"/>
            <ac:spMk id="3" creationId="{0C667D4F-B698-8D4E-6686-3E0A0A8F30F8}"/>
          </ac:spMkLst>
        </pc:spChg>
      </pc:sldChg>
      <pc:sldChg chg="modSp mod">
        <pc:chgData name="Ahad Mohamed" userId="fc0d4cc9c255807a" providerId="LiveId" clId="{435E08F0-A991-4EE5-92F1-1989317FDB0C}" dt="2025-12-27T00:58:22.716" v="909" actId="255"/>
        <pc:sldMkLst>
          <pc:docMk/>
          <pc:sldMk cId="3753088413" sldId="257"/>
        </pc:sldMkLst>
        <pc:spChg chg="mod">
          <ac:chgData name="Ahad Mohamed" userId="fc0d4cc9c255807a" providerId="LiveId" clId="{435E08F0-A991-4EE5-92F1-1989317FDB0C}" dt="2025-12-27T00:56:14.449" v="904" actId="27636"/>
          <ac:spMkLst>
            <pc:docMk/>
            <pc:sldMk cId="3753088413" sldId="257"/>
            <ac:spMk id="2" creationId="{B1A99F5E-69BB-8FEC-2CBD-800573417C9E}"/>
          </ac:spMkLst>
        </pc:spChg>
        <pc:spChg chg="mod">
          <ac:chgData name="Ahad Mohamed" userId="fc0d4cc9c255807a" providerId="LiveId" clId="{435E08F0-A991-4EE5-92F1-1989317FDB0C}" dt="2025-12-27T00:58:22.716" v="909" actId="255"/>
          <ac:spMkLst>
            <pc:docMk/>
            <pc:sldMk cId="3753088413" sldId="257"/>
            <ac:spMk id="3" creationId="{425D5787-1843-7E7F-2673-9170FB87C063}"/>
          </ac:spMkLst>
        </pc:spChg>
      </pc:sldChg>
      <pc:sldChg chg="modSp mod modNotesTx">
        <pc:chgData name="Ahad Mohamed" userId="fc0d4cc9c255807a" providerId="LiveId" clId="{435E08F0-A991-4EE5-92F1-1989317FDB0C}" dt="2025-12-27T01:00:32.950" v="936" actId="20577"/>
        <pc:sldMkLst>
          <pc:docMk/>
          <pc:sldMk cId="469777467" sldId="258"/>
        </pc:sldMkLst>
        <pc:spChg chg="mod">
          <ac:chgData name="Ahad Mohamed" userId="fc0d4cc9c255807a" providerId="LiveId" clId="{435E08F0-A991-4EE5-92F1-1989317FDB0C}" dt="2025-12-27T00:56:15.049" v="906" actId="27636"/>
          <ac:spMkLst>
            <pc:docMk/>
            <pc:sldMk cId="469777467" sldId="258"/>
            <ac:spMk id="2" creationId="{45F0BA2B-5B1E-CAD8-D8FA-612B8BA26D2A}"/>
          </ac:spMkLst>
        </pc:spChg>
        <pc:spChg chg="mod">
          <ac:chgData name="Ahad Mohamed" userId="fc0d4cc9c255807a" providerId="LiveId" clId="{435E08F0-A991-4EE5-92F1-1989317FDB0C}" dt="2025-12-27T01:00:32.950" v="936" actId="20577"/>
          <ac:spMkLst>
            <pc:docMk/>
            <pc:sldMk cId="469777467" sldId="258"/>
            <ac:spMk id="3" creationId="{61B54AA5-E34A-AF71-AF3A-421AE46C1FBB}"/>
          </ac:spMkLst>
        </pc:spChg>
      </pc:sldChg>
      <pc:sldChg chg="addSp delSp modSp mod">
        <pc:chgData name="Ahad Mohamed" userId="fc0d4cc9c255807a" providerId="LiveId" clId="{435E08F0-A991-4EE5-92F1-1989317FDB0C}" dt="2025-12-27T00:56:15.065" v="907" actId="27636"/>
        <pc:sldMkLst>
          <pc:docMk/>
          <pc:sldMk cId="1108500326" sldId="260"/>
        </pc:sldMkLst>
        <pc:spChg chg="mod">
          <ac:chgData name="Ahad Mohamed" userId="fc0d4cc9c255807a" providerId="LiveId" clId="{435E08F0-A991-4EE5-92F1-1989317FDB0C}" dt="2025-12-27T00:56:15.065" v="907" actId="27636"/>
          <ac:spMkLst>
            <pc:docMk/>
            <pc:sldMk cId="1108500326" sldId="260"/>
            <ac:spMk id="2" creationId="{05B7E3C7-DF8F-5782-4697-27829DC8F426}"/>
          </ac:spMkLst>
        </pc:spChg>
        <pc:picChg chg="add del mod modCrop">
          <ac:chgData name="Ahad Mohamed" userId="fc0d4cc9c255807a" providerId="LiveId" clId="{435E08F0-A991-4EE5-92F1-1989317FDB0C}" dt="2025-12-26T18:35:58.773" v="896" actId="478"/>
          <ac:picMkLst>
            <pc:docMk/>
            <pc:sldMk cId="1108500326" sldId="260"/>
            <ac:picMk id="3" creationId="{70C0A6C0-5063-863A-3466-ED3D3C407878}"/>
          </ac:picMkLst>
        </pc:picChg>
        <pc:picChg chg="add mod">
          <ac:chgData name="Ahad Mohamed" userId="fc0d4cc9c255807a" providerId="LiveId" clId="{435E08F0-A991-4EE5-92F1-1989317FDB0C}" dt="2025-12-26T18:36:33.524" v="901" actId="14100"/>
          <ac:picMkLst>
            <pc:docMk/>
            <pc:sldMk cId="1108500326" sldId="260"/>
            <ac:picMk id="4" creationId="{7DAB7CA6-79C7-CD51-19B3-4502D80CC191}"/>
          </ac:picMkLst>
        </pc:picChg>
        <pc:picChg chg="add del mod">
          <ac:chgData name="Ahad Mohamed" userId="fc0d4cc9c255807a" providerId="LiveId" clId="{435E08F0-A991-4EE5-92F1-1989317FDB0C}" dt="2025-12-26T02:45:14.735" v="791" actId="21"/>
          <ac:picMkLst>
            <pc:docMk/>
            <pc:sldMk cId="1108500326" sldId="260"/>
            <ac:picMk id="6" creationId="{116BB4A8-5786-E775-A556-E210C6568D93}"/>
          </ac:picMkLst>
        </pc:picChg>
        <pc:picChg chg="add mod">
          <ac:chgData name="Ahad Mohamed" userId="fc0d4cc9c255807a" providerId="LiveId" clId="{435E08F0-A991-4EE5-92F1-1989317FDB0C}" dt="2025-12-16T03:54:50.118" v="527" actId="14100"/>
          <ac:picMkLst>
            <pc:docMk/>
            <pc:sldMk cId="1108500326" sldId="260"/>
            <ac:picMk id="16" creationId="{A97D24B6-2491-04BD-812D-0A6746B8F5DA}"/>
          </ac:picMkLst>
        </pc:picChg>
        <pc:picChg chg="add del mod">
          <ac:chgData name="Ahad Mohamed" userId="fc0d4cc9c255807a" providerId="LiveId" clId="{435E08F0-A991-4EE5-92F1-1989317FDB0C}" dt="2025-12-26T02:45:14.735" v="791" actId="21"/>
          <ac:picMkLst>
            <pc:docMk/>
            <pc:sldMk cId="1108500326" sldId="260"/>
            <ac:picMk id="1026" creationId="{0F04FA21-796B-75E1-37F9-4BBFFD2C1882}"/>
          </ac:picMkLst>
        </pc:picChg>
      </pc:sldChg>
      <pc:sldChg chg="modSp mod">
        <pc:chgData name="Ahad Mohamed" userId="fc0d4cc9c255807a" providerId="LiveId" clId="{435E08F0-A991-4EE5-92F1-1989317FDB0C}" dt="2025-12-27T00:56:15.065" v="908" actId="27636"/>
        <pc:sldMkLst>
          <pc:docMk/>
          <pc:sldMk cId="76990517" sldId="261"/>
        </pc:sldMkLst>
        <pc:spChg chg="mod">
          <ac:chgData name="Ahad Mohamed" userId="fc0d4cc9c255807a" providerId="LiveId" clId="{435E08F0-A991-4EE5-92F1-1989317FDB0C}" dt="2025-12-27T00:56:15.065" v="908" actId="27636"/>
          <ac:spMkLst>
            <pc:docMk/>
            <pc:sldMk cId="76990517" sldId="261"/>
            <ac:spMk id="2" creationId="{9640AEDF-34CC-2974-506F-49E38C52ECCB}"/>
          </ac:spMkLst>
        </pc:spChg>
        <pc:spChg chg="mod">
          <ac:chgData name="Ahad Mohamed" userId="fc0d4cc9c255807a" providerId="LiveId" clId="{435E08F0-A991-4EE5-92F1-1989317FDB0C}" dt="2025-12-26T18:29:10.905" v="816" actId="20577"/>
          <ac:spMkLst>
            <pc:docMk/>
            <pc:sldMk cId="76990517" sldId="261"/>
            <ac:spMk id="3" creationId="{F6801326-A243-14EB-27AF-D6F2CA57BE2C}"/>
          </ac:spMkLst>
        </pc:spChg>
      </pc:sldChg>
      <pc:sldChg chg="addSp delSp modSp new mod">
        <pc:chgData name="Ahad Mohamed" userId="fc0d4cc9c255807a" providerId="LiveId" clId="{435E08F0-A991-4EE5-92F1-1989317FDB0C}" dt="2025-12-26T02:05:08.908" v="787" actId="1076"/>
        <pc:sldMkLst>
          <pc:docMk/>
          <pc:sldMk cId="124966400" sldId="262"/>
        </pc:sldMkLst>
        <pc:spChg chg="mod">
          <ac:chgData name="Ahad Mohamed" userId="fc0d4cc9c255807a" providerId="LiveId" clId="{435E08F0-A991-4EE5-92F1-1989317FDB0C}" dt="2025-12-16T03:53:50.536" v="507" actId="20577"/>
          <ac:spMkLst>
            <pc:docMk/>
            <pc:sldMk cId="124966400" sldId="262"/>
            <ac:spMk id="2" creationId="{6C385B9A-1440-6DC9-7A23-88D0763A0EF6}"/>
          </ac:spMkLst>
        </pc:spChg>
        <pc:graphicFrameChg chg="add mod modGraphic">
          <ac:chgData name="Ahad Mohamed" userId="fc0d4cc9c255807a" providerId="LiveId" clId="{435E08F0-A991-4EE5-92F1-1989317FDB0C}" dt="2025-12-26T02:04:59.284" v="783" actId="122"/>
          <ac:graphicFrameMkLst>
            <pc:docMk/>
            <pc:sldMk cId="124966400" sldId="262"/>
            <ac:graphicFrameMk id="6" creationId="{F2E503A9-1EA4-2647-B747-F2DBF3CBE885}"/>
          </ac:graphicFrameMkLst>
        </pc:graphicFrameChg>
        <pc:picChg chg="add mod">
          <ac:chgData name="Ahad Mohamed" userId="fc0d4cc9c255807a" providerId="LiveId" clId="{435E08F0-A991-4EE5-92F1-1989317FDB0C}" dt="2025-12-26T02:05:08.908" v="787" actId="1076"/>
          <ac:picMkLst>
            <pc:docMk/>
            <pc:sldMk cId="124966400" sldId="262"/>
            <ac:picMk id="7" creationId="{0086038C-0DED-AA0B-2FE8-1CD89ED3AE53}"/>
          </ac:picMkLst>
        </pc:picChg>
      </pc:sldChg>
      <pc:sldChg chg="new">
        <pc:chgData name="Ahad Mohamed" userId="fc0d4cc9c255807a" providerId="LiveId" clId="{435E08F0-A991-4EE5-92F1-1989317FDB0C}" dt="2025-12-27T00:59:18.739" v="910" actId="680"/>
        <pc:sldMkLst>
          <pc:docMk/>
          <pc:sldMk cId="3936204838" sldId="263"/>
        </pc:sldMkLst>
      </pc:sldChg>
      <pc:sldChg chg="delSp modSp new mod">
        <pc:chgData name="Ahad Mohamed" userId="fc0d4cc9c255807a" providerId="LiveId" clId="{435E08F0-A991-4EE5-92F1-1989317FDB0C}" dt="2025-12-27T01:00:04.056" v="931" actId="478"/>
        <pc:sldMkLst>
          <pc:docMk/>
          <pc:sldMk cId="2658226707" sldId="264"/>
        </pc:sldMkLst>
        <pc:spChg chg="del">
          <ac:chgData name="Ahad Mohamed" userId="fc0d4cc9c255807a" providerId="LiveId" clId="{435E08F0-A991-4EE5-92F1-1989317FDB0C}" dt="2025-12-27T01:00:04.056" v="931" actId="478"/>
          <ac:spMkLst>
            <pc:docMk/>
            <pc:sldMk cId="2658226707" sldId="264"/>
            <ac:spMk id="2" creationId="{C9A2BD17-5EF2-CD9F-580E-5B719913B938}"/>
          </ac:spMkLst>
        </pc:spChg>
        <pc:spChg chg="mod">
          <ac:chgData name="Ahad Mohamed" userId="fc0d4cc9c255807a" providerId="LiveId" clId="{435E08F0-A991-4EE5-92F1-1989317FDB0C}" dt="2025-12-27T01:00:00.648" v="930" actId="20577"/>
          <ac:spMkLst>
            <pc:docMk/>
            <pc:sldMk cId="2658226707" sldId="264"/>
            <ac:spMk id="3" creationId="{D3B049A9-2A66-E9CE-402C-55B6828130CA}"/>
          </ac:spMkLst>
        </pc:spChg>
        <pc:spChg chg="mod">
          <ac:chgData name="Ahad Mohamed" userId="fc0d4cc9c255807a" providerId="LiveId" clId="{435E08F0-A991-4EE5-92F1-1989317FDB0C}" dt="2025-12-27T00:59:54.878" v="918" actId="1076"/>
          <ac:spMkLst>
            <pc:docMk/>
            <pc:sldMk cId="2658226707" sldId="264"/>
            <ac:spMk id="4" creationId="{4EDB5275-6502-76AB-7CFB-4B14E4E895B5}"/>
          </ac:spMkLst>
        </pc:spChg>
      </pc:sldChg>
      <pc:sldMasterChg chg="delSldLayout modSldLayout">
        <pc:chgData name="Ahad Mohamed" userId="fc0d4cc9c255807a" providerId="LiveId" clId="{435E08F0-A991-4EE5-92F1-1989317FDB0C}" dt="2025-12-27T01:00:08.695" v="932" actId="2696"/>
        <pc:sldMasterMkLst>
          <pc:docMk/>
          <pc:sldMasterMk cId="749459454" sldId="2147483701"/>
        </pc:sldMasterMkLst>
        <pc:sldLayoutChg chg="delSp del">
          <pc:chgData name="Ahad Mohamed" userId="fc0d4cc9c255807a" providerId="LiveId" clId="{435E08F0-A991-4EE5-92F1-1989317FDB0C}" dt="2025-12-27T01:00:08.695" v="932" actId="2696"/>
          <pc:sldLayoutMkLst>
            <pc:docMk/>
            <pc:sldMasterMk cId="749459454" sldId="2147483701"/>
            <pc:sldLayoutMk cId="3361873051" sldId="2147483713"/>
          </pc:sldLayoutMkLst>
          <pc:grpChg chg="del">
            <ac:chgData name="Ahad Mohamed" userId="fc0d4cc9c255807a" providerId="LiveId" clId="{435E08F0-A991-4EE5-92F1-1989317FDB0C}" dt="2025-12-27T00:56:14.241" v="902"/>
            <ac:grpSpMkLst>
              <pc:docMk/>
              <pc:sldMasterMk cId="749459454" sldId="2147483701"/>
              <pc:sldLayoutMk cId="3361873051" sldId="2147483713"/>
              <ac:grpSpMk id="7" creationId="{00000000-0000-0000-0000-000000000000}"/>
            </ac:grpSpMkLst>
          </pc:gr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DAAE84-2BC0-4228-82DB-793791B70B91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8A67C-D3EC-4C11-96D6-E03BA7E79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40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Facility Location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8A67C-D3EC-4C11-96D6-E03BA7E7936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46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50344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3F103DCA-791F-6E43-9621-0FFA8B544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464798" cy="6858000"/>
          </a:xfrm>
          <a:custGeom>
            <a:avLst/>
            <a:gdLst>
              <a:gd name="connsiteX0" fmla="*/ 0 w 10464798"/>
              <a:gd name="connsiteY0" fmla="*/ 0 h 6858000"/>
              <a:gd name="connsiteX1" fmla="*/ 406398 w 10464798"/>
              <a:gd name="connsiteY1" fmla="*/ 0 h 6858000"/>
              <a:gd name="connsiteX2" fmla="*/ 5498904 w 10464798"/>
              <a:gd name="connsiteY2" fmla="*/ 0 h 6858000"/>
              <a:gd name="connsiteX3" fmla="*/ 5850595 w 10464798"/>
              <a:gd name="connsiteY3" fmla="*/ 0 h 6858000"/>
              <a:gd name="connsiteX4" fmla="*/ 10464798 w 10464798"/>
              <a:gd name="connsiteY4" fmla="*/ 0 h 6858000"/>
              <a:gd name="connsiteX5" fmla="*/ 8809500 w 10464798"/>
              <a:gd name="connsiteY5" fmla="*/ 6858000 h 6858000"/>
              <a:gd name="connsiteX6" fmla="*/ 5850595 w 10464798"/>
              <a:gd name="connsiteY6" fmla="*/ 6858000 h 6858000"/>
              <a:gd name="connsiteX7" fmla="*/ 3843605 w 10464798"/>
              <a:gd name="connsiteY7" fmla="*/ 6858000 h 6858000"/>
              <a:gd name="connsiteX8" fmla="*/ 406398 w 10464798"/>
              <a:gd name="connsiteY8" fmla="*/ 6858000 h 6858000"/>
              <a:gd name="connsiteX9" fmla="*/ 0 w 1046479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64798" h="6858000">
                <a:moveTo>
                  <a:pt x="0" y="0"/>
                </a:moveTo>
                <a:lnTo>
                  <a:pt x="406398" y="0"/>
                </a:lnTo>
                <a:lnTo>
                  <a:pt x="5498904" y="0"/>
                </a:lnTo>
                <a:lnTo>
                  <a:pt x="5850595" y="0"/>
                </a:lnTo>
                <a:lnTo>
                  <a:pt x="10464798" y="0"/>
                </a:lnTo>
                <a:lnTo>
                  <a:pt x="8809500" y="6858000"/>
                </a:lnTo>
                <a:lnTo>
                  <a:pt x="5850595" y="6858000"/>
                </a:lnTo>
                <a:lnTo>
                  <a:pt x="3843605" y="6858000"/>
                </a:lnTo>
                <a:lnTo>
                  <a:pt x="40639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F70F15D-372D-5B45-92B4-1B626E0FC1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429374"/>
            <a:ext cx="6159500" cy="410882"/>
          </a:xfrm>
        </p:spPr>
        <p:txBody>
          <a:bodyPr/>
          <a:lstStyle>
            <a:lvl1pPr marL="0" indent="0">
              <a:buNone/>
              <a:defRPr sz="2300">
                <a:ln>
                  <a:noFill/>
                </a:ln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78D8B-ED2A-3D41-92FB-40BA9FA8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182248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995C957-CDB9-C342-8243-6F7D03851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31067"/>
            <a:ext cx="7530353" cy="295466"/>
          </a:xfrm>
        </p:spPr>
        <p:txBody>
          <a:bodyPr bIns="0" anchor="b" anchorCtr="0"/>
          <a:lstStyle>
            <a:lvl1pPr marL="0" indent="0">
              <a:buNone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77E77-56F4-4C9C-AB6A-89C89D91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814627"/>
            <a:ext cx="7530353" cy="1213153"/>
          </a:xfrm>
        </p:spPr>
        <p:txBody>
          <a:bodyPr rIns="182880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 in title or sentence case</a:t>
            </a:r>
          </a:p>
        </p:txBody>
      </p:sp>
    </p:spTree>
    <p:extLst>
      <p:ext uri="{BB962C8B-B14F-4D97-AF65-F5344CB8AC3E}">
        <p14:creationId xmlns:p14="http://schemas.microsoft.com/office/powerpoint/2010/main" val="3514262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886E-E0D4-5815-83F1-889895E62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98298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349463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CA86-D8D8-70D0-C62A-9DE796C67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47244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2D8BB4A-46A4-1343-BA88-41D2E1C0EA5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38900" y="1524000"/>
            <a:ext cx="49149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8676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8866-4F69-FCBB-5935-007FD86EB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7" name="Chart Placeholder 11">
            <a:extLst>
              <a:ext uri="{FF2B5EF4-FFF2-40B4-BE49-F238E27FC236}">
                <a16:creationId xmlns:a16="http://schemas.microsoft.com/office/drawing/2014/main" id="{8C3425D9-7762-3940-B7DA-B13EC3E058B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524000" y="1523999"/>
            <a:ext cx="9829800" cy="463186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259849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17D7-4166-2ED9-1881-347107691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C8FC7EDF-D625-4640-AF06-22ADBDC8C8C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" y="1530523"/>
            <a:ext cx="542925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Chart Placeholder 11">
            <a:extLst>
              <a:ext uri="{FF2B5EF4-FFF2-40B4-BE49-F238E27FC236}">
                <a16:creationId xmlns:a16="http://schemas.microsoft.com/office/drawing/2014/main" id="{8C45FAA6-1118-A24C-9C61-949F410E7C81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438900" y="1530523"/>
            <a:ext cx="491490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437A76B-A3F1-E24A-9B72-37AC8087E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741713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00CC43E-DAB5-6045-A3FC-1B1B9D6DFFE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1524000" y="1524000"/>
            <a:ext cx="9829800" cy="34163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table	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0123EED-038F-7B4A-92A4-A606571FF5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2BC0-0141-2D65-4384-82B2C1196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</p:spTree>
    <p:extLst>
      <p:ext uri="{BB962C8B-B14F-4D97-AF65-F5344CB8AC3E}">
        <p14:creationId xmlns:p14="http://schemas.microsoft.com/office/powerpoint/2010/main" val="3786855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868577-B206-C94D-AA90-90C71CB8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79"/>
          <a:stretch/>
        </p:blipFill>
        <p:spPr>
          <a:xfrm>
            <a:off x="0" y="0"/>
            <a:ext cx="116459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926B1D-2681-6D40-953A-D41E624A2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900" y="1104900"/>
            <a:ext cx="10210800" cy="46482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C3DB9-D22E-37C1-8603-44F3A55AA5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200" y="3125519"/>
            <a:ext cx="9080500" cy="603563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63620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F2A1654A-E4A7-D7CA-578A-94E7DD9736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2606435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1FB28-7881-67A2-3E03-9832EF556D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392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7BC0F187-8117-1AF8-D0C0-94B6EE4290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598692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43DB41-0E0D-3DA2-7A76-C0187BC8F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3330044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7DB89E-70AA-E4A2-9190-47A86DFC3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880470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B2BBF-1AB4-4FDD-AE3E-E41FE07640C0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B25C-ECCF-42B2-942D-9E4D6EC2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83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0455"/>
            <a:ext cx="10896600" cy="517065"/>
          </a:xfrm>
          <a:prstGeom prst="rect">
            <a:avLst/>
          </a:prstGeom>
        </p:spPr>
        <p:txBody>
          <a:bodyPr vert="horz" wrap="square" lIns="0" tIns="45720" rIns="9144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0896600" cy="1775358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43580"/>
            <a:ext cx="1116106" cy="31442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274320" tIns="45720" rIns="274320" bIns="45720" rtlCol="0" anchor="ctr">
            <a:spAutoFit/>
          </a:bodyPr>
          <a:lstStyle>
            <a:lvl1pPr algn="l">
              <a:defRPr sz="14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EB5E6-54D5-9945-8BFD-BD46E2794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47553" y="0"/>
            <a:ext cx="5706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crest logo in red">
            <a:extLst>
              <a:ext uri="{FF2B5EF4-FFF2-40B4-BE49-F238E27FC236}">
                <a16:creationId xmlns:a16="http://schemas.microsoft.com/office/drawing/2014/main" id="{52794618-AA7B-F040-BD0B-B97556AA7F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704812" y="222225"/>
            <a:ext cx="456122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45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tx1">
              <a:lumMod val="90000"/>
              <a:lumOff val="10000"/>
            </a:schemeClr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>
          <p15:clr>
            <a:srgbClr val="F26B43"/>
          </p15:clr>
        </p15:guide>
        <p15:guide id="2" pos="72">
          <p15:clr>
            <a:srgbClr val="F26B43"/>
          </p15:clr>
        </p15:guide>
        <p15:guide id="3" pos="7608">
          <p15:clr>
            <a:srgbClr val="F26B43"/>
          </p15:clr>
        </p15:guide>
        <p15:guide id="4" orient="horz" pos="4248">
          <p15:clr>
            <a:srgbClr val="F26B43"/>
          </p15:clr>
        </p15:guide>
        <p15:guide id="5" pos="288">
          <p15:clr>
            <a:srgbClr val="F26B43"/>
          </p15:clr>
        </p15:guide>
        <p15:guide id="6" orient="horz" pos="768">
          <p15:clr>
            <a:srgbClr val="F26B43"/>
          </p15:clr>
        </p15:guide>
        <p15:guide id="7" orient="horz" pos="960">
          <p15:clr>
            <a:srgbClr val="F26B43"/>
          </p15:clr>
        </p15:guide>
        <p15:guide id="8" orient="horz" pos="1152">
          <p15:clr>
            <a:srgbClr val="F26B43"/>
          </p15:clr>
        </p15:guide>
        <p15:guide id="9" orient="horz" pos="3888">
          <p15:clr>
            <a:srgbClr val="F26B43"/>
          </p15:clr>
        </p15:guide>
        <p15:guide id="10" pos="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049A9-2A66-E9CE-402C-55B6828130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Ahad Mohamed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DB5275-6502-76AB-7CFB-4B14E4E89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038563"/>
            <a:ext cx="8264014" cy="1264962"/>
          </a:xfrm>
        </p:spPr>
        <p:txBody>
          <a:bodyPr/>
          <a:lstStyle/>
          <a:p>
            <a:r>
              <a:rPr lang="en-US" sz="4400" dirty="0"/>
              <a:t>Facility Location MIP Optimization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226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99F5E-69BB-8FEC-2CBD-800573417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Client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D5787-1843-7E7F-2673-9170FB87C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 retailer wants to choose which facilities to open to serve customer demand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Goal</a:t>
            </a:r>
          </a:p>
          <a:p>
            <a:r>
              <a:rPr lang="en-US" sz="1600" dirty="0"/>
              <a:t>Minimize:</a:t>
            </a:r>
          </a:p>
          <a:p>
            <a:pPr lvl="1"/>
            <a:r>
              <a:rPr lang="en-US" sz="1600" dirty="0"/>
              <a:t>Facility opening (fixed) costs</a:t>
            </a:r>
          </a:p>
          <a:p>
            <a:pPr lvl="1"/>
            <a:r>
              <a:rPr lang="en-US" sz="1600" dirty="0"/>
              <a:t>Customer-to-facility shipping distances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600" b="1" dirty="0"/>
              <a:t>Proposed Business Value</a:t>
            </a:r>
          </a:p>
          <a:p>
            <a:r>
              <a:rPr lang="en-US" sz="1600" dirty="0"/>
              <a:t>Reduces expansion cost of facility openings</a:t>
            </a:r>
          </a:p>
          <a:p>
            <a:r>
              <a:rPr lang="en-US" sz="1600" dirty="0"/>
              <a:t>Ensures full customer coverage by facilities</a:t>
            </a:r>
          </a:p>
          <a:p>
            <a:r>
              <a:rPr lang="en-US" sz="1600" dirty="0"/>
              <a:t>Provides a transparent, data-driven site selection strategy</a:t>
            </a:r>
          </a:p>
        </p:txBody>
      </p:sp>
    </p:spTree>
    <p:extLst>
      <p:ext uri="{BB962C8B-B14F-4D97-AF65-F5344CB8AC3E}">
        <p14:creationId xmlns:p14="http://schemas.microsoft.com/office/powerpoint/2010/main" val="3753088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0BA2B-5B1E-CAD8-D8FA-612B8BA26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MIP 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54AA5-E34A-AF71-AF3A-421AE46C1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Decision Variables</a:t>
            </a:r>
          </a:p>
          <a:p>
            <a:r>
              <a:rPr lang="en-US" sz="1600" b="1" dirty="0"/>
              <a:t>y_f ∈ {0,1}</a:t>
            </a:r>
            <a:r>
              <a:rPr lang="en-US" sz="1600" dirty="0"/>
              <a:t> – open facility f</a:t>
            </a:r>
          </a:p>
          <a:p>
            <a:r>
              <a:rPr lang="en-US" sz="1600" b="1" dirty="0"/>
              <a:t>x_{c,f} ∈ {0,1}</a:t>
            </a:r>
            <a:r>
              <a:rPr lang="en-US" sz="1600" dirty="0"/>
              <a:t> – assign customer c to facility f</a:t>
            </a:r>
          </a:p>
          <a:p>
            <a:r>
              <a:rPr lang="en-US" sz="1600" dirty="0"/>
              <a:t>All decision variables are yes/no binary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Key Constraints</a:t>
            </a:r>
          </a:p>
          <a:p>
            <a:r>
              <a:rPr lang="en-US" sz="1600" dirty="0"/>
              <a:t>Each customer is assigned to exactly one facility</a:t>
            </a:r>
          </a:p>
          <a:p>
            <a:r>
              <a:rPr lang="en-US" sz="1600" dirty="0"/>
              <a:t>Customers can only be assigned to open facilities</a:t>
            </a:r>
          </a:p>
          <a:p>
            <a:r>
              <a:rPr lang="en-US" sz="1600" dirty="0"/>
              <a:t>Minimize the number of facilities to have no overlap</a:t>
            </a:r>
          </a:p>
          <a:p>
            <a:r>
              <a:rPr lang="en-US" sz="1600" dirty="0"/>
              <a:t>Facility </a:t>
            </a:r>
            <a:r>
              <a:rPr lang="en-US" sz="1600"/>
              <a:t>opening budget </a:t>
            </a:r>
            <a:r>
              <a:rPr lang="en-US" sz="1600" dirty="0"/>
              <a:t>of $235 thousand</a:t>
            </a:r>
          </a:p>
        </p:txBody>
      </p:sp>
    </p:spTree>
    <p:extLst>
      <p:ext uri="{BB962C8B-B14F-4D97-AF65-F5344CB8AC3E}">
        <p14:creationId xmlns:p14="http://schemas.microsoft.com/office/powerpoint/2010/main" val="469777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85B9A-1440-6DC9-7A23-88D0763A0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8761"/>
          </a:xfrm>
        </p:spPr>
        <p:txBody>
          <a:bodyPr/>
          <a:lstStyle/>
          <a:p>
            <a:r>
              <a:rPr lang="en-US" dirty="0"/>
              <a:t>Facility &amp; Customer Data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2E503A9-1EA4-2647-B747-F2DBF3CBE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606012"/>
              </p:ext>
            </p:extLst>
          </p:nvPr>
        </p:nvGraphicFramePr>
        <p:xfrm>
          <a:off x="677334" y="1909286"/>
          <a:ext cx="2723535" cy="3039428"/>
        </p:xfrm>
        <a:graphic>
          <a:graphicData uri="http://schemas.openxmlformats.org/drawingml/2006/table">
            <a:tbl>
              <a:tblPr/>
              <a:tblGrid>
                <a:gridCol w="1045666">
                  <a:extLst>
                    <a:ext uri="{9D8B030D-6E8A-4147-A177-3AD203B41FA5}">
                      <a16:colId xmlns:a16="http://schemas.microsoft.com/office/drawing/2014/main" val="3996143759"/>
                    </a:ext>
                  </a:extLst>
                </a:gridCol>
                <a:gridCol w="1677869">
                  <a:extLst>
                    <a:ext uri="{9D8B030D-6E8A-4147-A177-3AD203B41FA5}">
                      <a16:colId xmlns:a16="http://schemas.microsoft.com/office/drawing/2014/main" val="3681019562"/>
                    </a:ext>
                  </a:extLst>
                </a:gridCol>
              </a:tblGrid>
              <a:tr h="434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Facility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Opening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669440"/>
                  </a:ext>
                </a:extLst>
              </a:tr>
              <a:tr h="4342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349449"/>
                  </a:ext>
                </a:extLst>
              </a:tr>
              <a:tr h="4342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202618"/>
                  </a:ext>
                </a:extLst>
              </a:tr>
              <a:tr h="4342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806423"/>
                  </a:ext>
                </a:extLst>
              </a:tr>
              <a:tr h="4342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128183"/>
                  </a:ext>
                </a:extLst>
              </a:tr>
              <a:tr h="4342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230518"/>
                  </a:ext>
                </a:extLst>
              </a:tr>
              <a:tr h="4342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84741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086038C-0DED-AA0B-2FE8-1CD89ED3A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782" y="1872264"/>
            <a:ext cx="5818160" cy="311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66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7E3C7-DF8F-5782-4697-27829DC8F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MIP Optimization Results</a:t>
            </a:r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7D24B6-2491-04BD-812D-0A6746B8F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11" y="1534701"/>
            <a:ext cx="3267408" cy="37775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AB7CA6-79C7-CD51-19B3-4502D80CC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655" y="1534699"/>
            <a:ext cx="3813883" cy="377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00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0AEDF-34CC-2974-506F-49E38C52E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Insights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01326-A243-14EB-27AF-D6F2CA57B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0458"/>
            <a:ext cx="8596668" cy="47942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Limitations</a:t>
            </a:r>
          </a:p>
          <a:p>
            <a:r>
              <a:rPr lang="en-US" sz="1600" dirty="0"/>
              <a:t>No capacity limits</a:t>
            </a:r>
          </a:p>
          <a:p>
            <a:r>
              <a:rPr lang="en-US" sz="1600" dirty="0"/>
              <a:t>No shipping/delivery budget restrictions</a:t>
            </a:r>
          </a:p>
          <a:p>
            <a:r>
              <a:rPr lang="en-US" sz="1600" dirty="0"/>
              <a:t>Deterministic distances</a:t>
            </a:r>
          </a:p>
          <a:p>
            <a:r>
              <a:rPr lang="en-US" sz="1600" dirty="0"/>
              <a:t>Small illustrative data set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Future Explorations</a:t>
            </a:r>
          </a:p>
          <a:p>
            <a:r>
              <a:rPr lang="en-US" sz="1600" dirty="0"/>
              <a:t>Add facility capacity limits</a:t>
            </a:r>
          </a:p>
          <a:p>
            <a:r>
              <a:rPr lang="en-US" sz="1600" dirty="0"/>
              <a:t>Add maximum or minimum number of facilities</a:t>
            </a:r>
          </a:p>
          <a:p>
            <a:r>
              <a:rPr lang="en-US" sz="1600" dirty="0"/>
              <a:t>Add service-time constraints</a:t>
            </a:r>
          </a:p>
        </p:txBody>
      </p:sp>
    </p:spTree>
    <p:extLst>
      <p:ext uri="{BB962C8B-B14F-4D97-AF65-F5344CB8AC3E}">
        <p14:creationId xmlns:p14="http://schemas.microsoft.com/office/powerpoint/2010/main" val="76990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A5ADF-7E54-6EEA-0A2A-426D61269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04838"/>
      </p:ext>
    </p:extLst>
  </p:cSld>
  <p:clrMapOvr>
    <a:masterClrMapping/>
  </p:clrMapOvr>
</p:sld>
</file>

<file path=ppt/theme/theme1.xml><?xml version="1.0" encoding="utf-8"?>
<a:theme xmlns:a="http://schemas.openxmlformats.org/drawingml/2006/main" name="UW-Madison-data-RedHat-16_9">
  <a:themeElements>
    <a:clrScheme name="UW-Madison 2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8DD3CE"/>
      </a:accent2>
      <a:accent3>
        <a:srgbClr val="FCCB51"/>
      </a:accent3>
      <a:accent4>
        <a:srgbClr val="ADADAD"/>
      </a:accent4>
      <a:accent5>
        <a:srgbClr val="006992"/>
      </a:accent5>
      <a:accent6>
        <a:srgbClr val="432E4F"/>
      </a:accent6>
      <a:hlink>
        <a:srgbClr val="0479A8"/>
      </a:hlink>
      <a:folHlink>
        <a:srgbClr val="0479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7" id="{27221BE8-F2A7-684D-A1B1-477A7812C076}" vid="{A68A42BB-76E6-0E44-95A4-09FA8B6307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UW-Madison-data-RedHat-16_9</Template>
  <TotalTime>1826</TotalTime>
  <Words>193</Words>
  <Application>Microsoft Office PowerPoint</Application>
  <PresentationFormat>Widescreen</PresentationFormat>
  <Paragraphs>57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Red Hat Display</vt:lpstr>
      <vt:lpstr>Red Hat Text</vt:lpstr>
      <vt:lpstr>UW-Madison-data-RedHat-16_9</vt:lpstr>
      <vt:lpstr>Facility Location MIP Optimization</vt:lpstr>
      <vt:lpstr>Client Scenario</vt:lpstr>
      <vt:lpstr>MIP Model Overview</vt:lpstr>
      <vt:lpstr>Facility &amp; Customer Data</vt:lpstr>
      <vt:lpstr>MIP Optimization Results</vt:lpstr>
      <vt:lpstr>Insights and 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Ahad Mohamed</dc:creator>
  <cp:lastModifiedBy>Ahad Mohamed</cp:lastModifiedBy>
  <cp:revision>1</cp:revision>
  <dcterms:created xsi:type="dcterms:W3CDTF">2025-12-04T01:36:55Z</dcterms:created>
  <dcterms:modified xsi:type="dcterms:W3CDTF">2025-12-27T01:00:41Z</dcterms:modified>
</cp:coreProperties>
</file>